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A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Verdana"/>
              </a:rPr>
              <a:t>Informe de gestión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Verdana"/>
              </a:rPr>
              <a:t>Primer semestre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A82B"/>
                </a:solidFill>
                <a:latin typeface="Verdana"/>
              </a:rPr>
              <a:t>Oficina de Atención al Estudiante  ·  Universidad de Caldas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6B"/>
                </a:solidFill>
                <a:latin typeface="Verdana"/>
              </a:rPr>
              <a:t>Documento de práctica para el curso · presentación ficticia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A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3A5C"/>
                </a:solidFill>
                <a:latin typeface="Verdana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A636B"/>
                </a:solidFill>
                <a:latin typeface="Verdana"/>
              </a:rPr>
              <a:t>1.  De qué se trata</a:t>
            </a:r>
          </a:p>
          <a:p>
            <a:pPr algn="l"/>
            <a:r>
              <a:rPr sz="2200" b="0">
                <a:solidFill>
                  <a:srgbClr val="5A636B"/>
                </a:solidFill>
                <a:latin typeface="Verdana"/>
              </a:rPr>
              <a:t>2.  Las cifras del semestre</a:t>
            </a:r>
          </a:p>
          <a:p>
            <a:pPr algn="l"/>
            <a:r>
              <a:rPr sz="2200" b="0">
                <a:solidFill>
                  <a:srgbClr val="5A636B"/>
                </a:solidFill>
                <a:latin typeface="Verdana"/>
              </a:rPr>
              <a:t>3.  Lo que encontramos</a:t>
            </a:r>
          </a:p>
          <a:p>
            <a:pPr algn="l"/>
            <a:r>
              <a:rPr sz="2200" b="0">
                <a:solidFill>
                  <a:srgbClr val="5A636B"/>
                </a:solidFill>
                <a:latin typeface="Verdana"/>
              </a:rPr>
              <a:t>4.  Qué proponemos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A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Verdana"/>
              </a:rPr>
              <a:t>1 · De qué se trata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A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3A5C"/>
                </a:solidFill>
                <a:latin typeface="Verdana"/>
              </a:rPr>
              <a:t>Una idea por lámina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A636B"/>
                </a:solidFill>
                <a:latin typeface="Verdana"/>
              </a:rPr>
              <a:t>•  Máximo cuatro viñetas por lámina</a:t>
            </a:r>
          </a:p>
          <a:p>
            <a:pPr algn="l"/>
            <a:r>
              <a:rPr sz="2200" b="0">
                <a:solidFill>
                  <a:srgbClr val="5A636B"/>
                </a:solidFill>
                <a:latin typeface="Verdana"/>
              </a:rPr>
              <a:t>•  Máximo doce palabras por viñeta</a:t>
            </a:r>
          </a:p>
          <a:p>
            <a:pPr algn="l"/>
            <a:r>
              <a:rPr sz="2200" b="0">
                <a:solidFill>
                  <a:srgbClr val="5A636B"/>
                </a:solidFill>
                <a:latin typeface="Verdana"/>
              </a:rPr>
              <a:t>•  El título dice el hallazgo, no el tema</a:t>
            </a:r>
          </a:p>
          <a:p>
            <a:pPr algn="l"/>
            <a:r>
              <a:rPr sz="2200" b="0">
                <a:solidFill>
                  <a:srgbClr val="5A636B"/>
                </a:solidFill>
                <a:latin typeface="Verdana"/>
              </a:rPr>
              <a:t>•  Si hay que leer, va en las notas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A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3A5C"/>
                </a:solidFill>
                <a:latin typeface="Verdana"/>
              </a:rPr>
              <a:t>Las cifras del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8A82B"/>
                </a:solidFill>
                <a:latin typeface="Verdana"/>
              </a:rPr>
              <a:t>1.248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36B"/>
                </a:solidFill>
                <a:latin typeface="Verdana"/>
              </a:rPr>
              <a:t>solicitudes recibidas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377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8A82B"/>
                </a:solidFill>
                <a:latin typeface="Verdana"/>
              </a:rPr>
              <a:t>9,4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566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36B"/>
                </a:solidFill>
                <a:latin typeface="Verdana"/>
              </a:rPr>
              <a:t>días promedio de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77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8A82B"/>
                </a:solidFill>
                <a:latin typeface="Verdana"/>
              </a:rPr>
              <a:t>4,2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566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36B"/>
                </a:solidFill>
                <a:latin typeface="Verdana"/>
              </a:rPr>
              <a:t>satisfacción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A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Verdana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82B"/>
                </a:solidFill>
                <a:latin typeface="Verdana"/>
              </a:rPr>
              <a:t>atencionestudiante@ejemplo.edu.co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